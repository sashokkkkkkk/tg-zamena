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Gadgets We Live With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194560" y="3611880"/>
            <a:ext cx="7802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tour through ten pieces of technology most of us reach for without thinking twice — from the phone by the pillow to the speaker in the kitchen.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Gadgets  ·  Everyday 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 replaced a camera, a map, a wallet, a music player and a landline — and then kept adding jobs.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good enough to retire the point-and-shoot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tickets and boarding passes in one app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way most people get online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0"/>
            <a:ext cx="4069080" cy="4069080"/>
          </a:xfrm>
          <a:prstGeom prst="roundRect">
            <a:avLst>
              <a:gd name="adj" fmla="val 629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3545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fast and battery-friendly enough that "working from the laptop" now means anywhere with a chair.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software, not just simplified apps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calls, spreadsheets and code on one machine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now measured in a full workday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0"/>
            <a:ext cx="4069080" cy="4069080"/>
          </a:xfrm>
          <a:prstGeom prst="roundRect">
            <a:avLst>
              <a:gd name="adj" fmla="val 629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3545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a phone, lighter than a laptop — a screen just as happy showing a film as a sketchbook.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drawing and note-taking with a stylus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screen for video calls or recipes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 kid's first computer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0"/>
            <a:ext cx="4069080" cy="4069080"/>
          </a:xfrm>
          <a:prstGeom prst="roundRect">
            <a:avLst>
              <a:gd name="adj" fmla="val 629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3545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Earbuds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cable to untangle, no cable to catch on a doorknob — just a case that lives in a pocket or bag.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cancelling turns a train into a quiet room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taps handle calls, music and assistants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charging case that doubles the battery life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0"/>
            <a:ext cx="4069080" cy="4069080"/>
          </a:xfrm>
          <a:prstGeom prst="roundRect">
            <a:avLst>
              <a:gd name="adj" fmla="val 629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3545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Smartwatches &amp; Fitness Trackers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 on the wrist that counts steps, tracks sleep and quietly buzzes when a message can wait.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and sleep tracked without a second thought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filtered before they reach a phone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payments with a tap of the wrist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0"/>
            <a:ext cx="4069080" cy="4069080"/>
          </a:xfrm>
          <a:prstGeom prst="roundRect">
            <a:avLst>
              <a:gd name="adj" fmla="val 629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3545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Speakers &amp; Voice Assistants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question, set a timer or start a playlist — the room answers without anyone touching a screen.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and reminders set hands-free while cooking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news and weather on request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hub that ties other smart devices together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0"/>
            <a:ext cx="4069080" cy="4069080"/>
          </a:xfrm>
          <a:prstGeom prst="roundRect">
            <a:avLst>
              <a:gd name="adj" fmla="val 629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3545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Devices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Lights, locks and thermostats that respond to a schedule, a voice, or nobody at all.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that dim themselves at sunset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that unlock for a delivery, not a stranger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Thermostats that learn a routine over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0"/>
            <a:ext cx="4069080" cy="4069080"/>
          </a:xfrm>
          <a:prstGeom prst="roundRect">
            <a:avLst>
              <a:gd name="adj" fmla="val 629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3545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 &amp; VR/AR Headsets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ways to see something from a place your eyes have never been.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footage once reserved for film crews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and training that put you inside the scene</a:t>
            </a:r>
            <a:endParaRPr lang="en-US" sz="1400" dirty="0"/>
          </a:p>
          <a:p>
            <a:pPr algn="l"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still finding their everyday, non-hobby 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188720"/>
            <a:ext cx="4069080" cy="4069080"/>
          </a:xfrm>
          <a:prstGeom prst="roundRect">
            <a:avLst>
              <a:gd name="adj" fmla="val 6292"/>
            </a:avLst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220" y="235458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11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Devices, Big Habits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194560" y="2331720"/>
            <a:ext cx="7802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7A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existed a generation ago. Now they quietly shape how we work, talk, move and relax — one notification at a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66748" y="3977640"/>
            <a:ext cx="777240" cy="777240"/>
          </a:xfrm>
          <a:prstGeom prst="oval">
            <a:avLst/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344" y="4174236"/>
            <a:ext cx="384048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64028" y="3977640"/>
            <a:ext cx="777240" cy="777240"/>
          </a:xfrm>
          <a:prstGeom prst="oval">
            <a:avLst/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624" y="4174236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061308" y="3977640"/>
            <a:ext cx="777240" cy="777240"/>
          </a:xfrm>
          <a:prstGeom prst="oval">
            <a:avLst/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904" y="4174236"/>
            <a:ext cx="384048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158588" y="3977640"/>
            <a:ext cx="777240" cy="777240"/>
          </a:xfrm>
          <a:prstGeom prst="oval">
            <a:avLst/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5184" y="4174236"/>
            <a:ext cx="384048" cy="38404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255868" y="3977640"/>
            <a:ext cx="777240" cy="777240"/>
          </a:xfrm>
          <a:prstGeom prst="oval">
            <a:avLst/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464" y="4174236"/>
            <a:ext cx="384048" cy="384048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353148" y="3977640"/>
            <a:ext cx="777240" cy="777240"/>
          </a:xfrm>
          <a:prstGeom prst="oval">
            <a:avLst/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744" y="4174236"/>
            <a:ext cx="384048" cy="384048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450428" y="3977640"/>
            <a:ext cx="777240" cy="777240"/>
          </a:xfrm>
          <a:prstGeom prst="oval">
            <a:avLst/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7024" y="4174236"/>
            <a:ext cx="384048" cy="384048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547708" y="3977640"/>
            <a:ext cx="777240" cy="777240"/>
          </a:xfrm>
          <a:prstGeom prst="oval">
            <a:avLst/>
          </a:prstGeom>
          <a:solidFill>
            <a:srgbClr val="1B212B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4304" y="4174236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2026-09-16T09:14:15Z</dcterms:created>
  <dcterms:modified xsi:type="dcterms:W3CDTF">2026-09-16T09:14:15Z</dcterms:modified>
</cp:coreProperties>
</file>